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StegaCIPHER-Burn — Framework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5"/>
                </a:solidFill>
              </a:rPr>
              <a:t>A poisoned input flows through a covert channel into a multi-agent team; we measure how badly it burns.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2606040" cy="12801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331720"/>
            <a:ext cx="731520" cy="73152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590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230"/>
                </a:solidFill>
              </a:rPr>
              <a:t>Input Task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033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TAMAS benign task: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a team of agents + a user query.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Attacker controls only the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input the team is handed.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72968" y="329184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45643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56432" y="2011680"/>
            <a:ext cx="2606040" cy="12801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3692" y="233172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93692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3200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230"/>
                </a:solidFill>
              </a:rPr>
              <a:t>Steganography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7033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Task-aligned payload hidden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in the input — an exponential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“exhaustive-validation” riddle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disguised as an on-task note.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329184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36422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64224" y="2011680"/>
            <a:ext cx="2606040" cy="12801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01484" y="2331720"/>
            <a:ext cx="731520" cy="7315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01484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3200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230"/>
                </a:solidFill>
              </a:rPr>
              <a:t>MAS Execution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01384" y="37033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AutoGen round-robin team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reads the input and runs.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Busywork spreads agent to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agent; the task never finishes.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988552" y="329184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</a:rPr>
              <a:t>→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92720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72016" y="2011680"/>
            <a:ext cx="2606040" cy="12801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09276" y="2331720"/>
            <a:ext cx="731520" cy="73152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209276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9363456" y="3200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230"/>
                </a:solidFill>
              </a:rPr>
              <a:t>Evaluation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409176" y="37033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P-ASR (agents captured),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TWS (token waste),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completion drop, token burn,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5"/>
                </a:solidFill>
              </a:rPr>
              <a:t>decode ceiling.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</a:rPr>
              <a:t>Key property:  </a:t>
            </a:r>
            <a:pPr algn="ctr"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every agent stays normal and every message looks on-task — the attack lives in the </a:t>
            </a:r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input</a:t>
            </a:r>
            <a:pPr algn="ctr"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, not in a compromised agent.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5"/>
                </a:solidFill>
              </a:rPr>
              <a:t>Group 6 — Fahmid Al Rifat | Yinhao Wu | Danhua Zhao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Delivery Versions &amp; Input Length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Attack delivery versions (B=3, Qwen3.5:35b)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103120"/>
                <a:gridCol w="164592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Delivery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Completion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clean → attack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P-ASR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(agents hit)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TWS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(waste)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Tokens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Plain text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0.47 → 0.25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0.54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0.51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2.1×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System prompt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0.45 → 0.42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0.80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0.51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1.4×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Agent input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0.50 → 0.70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5"/>
                          </a:solidFill>
                        </a:rPr>
                        <a:t>0.25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5"/>
                          </a:solidFill>
                        </a:rPr>
                        <a:t>0.22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5"/>
                          </a:solidFill>
                        </a:rPr>
                        <a:t>0.8×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User input 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</a:rPr>
                        <a:t>0.55 → 0.30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</a:rPr>
                        <a:t>0.99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</a:rPr>
                        <a:t>0.96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9D8F"/>
                          </a:solidFill>
                        </a:rPr>
                        <a:t>2.1×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2230"/>
                </a:solidFill>
              </a:rPr>
              <a:t>More hidden → weaker (in-message almost no effect)  —  </a:t>
            </a:r>
            <a:pPr indent="0" marL="0">
              <a:buNone/>
            </a:pPr>
            <a:r>
              <a:rPr lang="en-US" sz="1250" b="1" i="1" dirty="0">
                <a:solidFill>
                  <a:srgbClr val="2A9D8F"/>
                </a:solidFill>
              </a:rPr>
              <a:t>except payload-in-input: most realistic AND most potent.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Covert-channel capacity by hidden-input size</a:t>
            </a:r>
            <a:endParaRPr lang="en-US" sz="15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Hidden size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Decoded (/3)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8  (“VALIDATE”)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3/3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recovered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13 chars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</a:rPr>
                        <a:t>0/3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</a:rPr>
                        <a:t>failed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20 chars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</a:rPr>
                        <a:t>0/3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</a:rPr>
                        <a:t>failed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30 chars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</a:rPr>
                        <a:t>0/3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</a:rPr>
                        <a:t>failed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40 chars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</a:rPr>
                        <a:t>0/3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</a:rPr>
                        <a:t>failed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</a:rPr>
                        <a:t>50 chars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</a:rPr>
                        <a:t>0/3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</a:rPr>
                        <a:t>failed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00800" y="480060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2230"/>
                </a:solidFill>
              </a:rPr>
              <a:t>The covert channel reliably carries only ~8 characters — the trigger word.
</a:t>
            </a:r>
            <a:pPr indent="0" marL="0">
              <a:buNone/>
            </a:pPr>
            <a:r>
              <a:rPr lang="en-US" sz="1300" i="1" dirty="0">
                <a:solidFill>
                  <a:srgbClr val="1C2230"/>
                </a:solidFill>
              </a:rPr>
              <a:t>A full payload can’t be hidden-and-decoded, which is exactly why putting it plainly in the </a:t>
            </a:r>
            <a:pPr indent="0" marL="0">
              <a:buNone/>
            </a:pPr>
            <a:r>
              <a:rPr lang="en-US" sz="1300" b="1" i="1" dirty="0">
                <a:solidFill>
                  <a:srgbClr val="2A9D8F"/>
                </a:solidFill>
              </a:rPr>
              <a:t>user input</a:t>
            </a:r>
            <a:pPr indent="0" marL="0">
              <a:buNone/>
            </a:pPr>
            <a:r>
              <a:rPr lang="en-US" sz="1300" i="1" dirty="0">
                <a:solidFill>
                  <a:srgbClr val="1C2230"/>
                </a:solidFill>
              </a:rPr>
              <a:t> wins: no decoding step at all.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2026-10-28T18:42:15Z</dcterms:created>
  <dcterms:modified xsi:type="dcterms:W3CDTF">2026-10-28T18:42:15Z</dcterms:modified>
</cp:coreProperties>
</file>